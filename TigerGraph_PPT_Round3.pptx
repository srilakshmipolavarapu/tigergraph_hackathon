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Cambria"/>
              </a:rPr>
              <a:t>Total Tokens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tokens (50 questions)</c:v>
                </c:pt>
              </c:strCache>
            </c:strRef>
          </c:tx>
          <c:spPr>
            <a:solidFill>
              <a:srgbClr val="5C6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6B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LLM-Only</c:v>
                  </c:pt>
                  <c:pt idx="1">
                    <c:v>Basic RAG</c:v>
                  </c:pt>
                  <c:pt idx="2">
                    <c:v>GraphRAG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9217</c:v>
                </c:pt>
                <c:pt idx="1">
                  <c:v>151167</c:v>
                </c:pt>
                <c:pt idx="2">
                  <c:v>128919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Cambria"/>
              </a:rPr>
              <a:t>Accuracy by Grading Method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Lenient pass %</c:v>
                </c:pt>
              </c:strCache>
            </c:strRef>
          </c:tx>
          <c:spPr>
            <a:solidFill>
              <a:srgbClr val="5C6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LLM-Only</c:v>
                  </c:pt>
                  <c:pt idx="1">
                    <c:v>Basic RAG</c:v>
                  </c:pt>
                  <c:pt idx="2">
                    <c:v>GraphRAG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50</c:v>
                </c:pt>
                <c:pt idx="2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Strict pass %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LLM-Only</c:v>
                  </c:pt>
                  <c:pt idx="1">
                    <c:v>Basic RAG</c:v>
                  </c:pt>
                  <c:pt idx="2">
                    <c:v>GraphRAG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16</c:v>
                </c:pt>
                <c:pt idx="2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Fully correct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LLM-Only</c:v>
                  </c:pt>
                  <c:pt idx="1">
                    <c:v>Basic RAG</c:v>
                  </c:pt>
                  <c:pt idx="2">
                    <c:v>GraphRAG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</c:v>
                </c:pt>
                <c:pt idx="1">
                  <c:v>12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TIGERGRAPH GRAPHRAG HACKATHON  ·  ROUND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Generalizable Context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Challenge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41605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architecture, and results — sp100 SEC filings, 400 filings, 50 evaluation questions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Lakshmi Polavarapu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→ Round 3 · Same architecture, harder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276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97680" y="16276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pipelines: LLM-Only, Basic RAG, GraphRAG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9768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optimization, graph schema, experimental controls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74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3101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97680" y="33101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efficiency, accuracy, and citation quality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15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15137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297680" y="415137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results, challenges, and lessons learned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0566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056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49926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297680" y="4992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Round 1 architecture held up on Round 3's dataset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pipelines, one shared evaluation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5C6B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LLM-Only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sent directly to Gemini 2.5 Flash. No retrieval — the worst-case, no-context baseline.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73736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RAG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00600" y="34290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store. 500-token chunks, 50-token overlap, top-5 cosine similarity retrieval.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03920" y="173736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23960" y="20574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2926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GraphRAG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778240" y="34290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TigerGraph Savanna as both graph AND vector database. Hybrid retrieval: native vector search + graph traversal.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 set  ·  Same Gemini 2.5 Flash, temperature 0  ·  Same benchmark_questions3.json (50 questions)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controlled conditions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filings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0574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1488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100 companies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0574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1488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~18.7M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3504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0" y="20574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214884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778240" y="2697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questions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types: 8-K (current reports)  ·  10-K (annual reports)  ·  DEF14A (proxy statements)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tiers: A single-hop  ·  B two-hop bridges  ·  C multi-hop / corpus-scan  ·  D cross-document &amp; temporal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Conditions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4855464"/>
            <a:ext cx="109728" cy="10972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generation model: Gemini 2.5 Flash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5239512"/>
            <a:ext cx="109728" cy="10972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11149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 across all three pipelines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5623560"/>
            <a:ext cx="109728" cy="10972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49554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embedding model (all-MiniLM-L6-v2) for Basic RAG and GraphRAG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" y="6007608"/>
            <a:ext cx="109728" cy="10972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8795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50-question evaluation set, same reference answers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Context-optimization: finding the signal, not the boilerplate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 filing opens with a near-identical cover page (address, filing type, legal header). Embedding the first 2,000 characters matched on filing FORMAT, not CONTENT — a query about Apple's net sales retrieved Uber and Netflix filings.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96596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each filing for financial section markers — “Results of Operations,” “Net Sales,” “Item 7” — and embed starting from the first match. This respects the embedding model's ~1,200-character effective window instead of guessing a blind offset.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0" cy="42062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strategy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64240" cy="146304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667512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tokens, 50-token overlap — dense coverage across the whole document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Filing excerpt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excerpt from the identified financial section, up to 3,000 characters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structure and graph-derived signals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0" y="17373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737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0" y="17373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17373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310896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3108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2034540"/>
            <a:ext cx="548640" cy="0"/>
          </a:xfrm>
          <a:prstGeom prst="line">
            <a:avLst/>
          </a:prstGeom>
          <a:noFill/>
          <a:ln w="19050">
            <a:solidFill>
              <a:srgbClr val="5C6B8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468880" y="1645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2034540"/>
            <a:ext cx="548640" cy="0"/>
          </a:xfrm>
          <a:prstGeom prst="line">
            <a:avLst/>
          </a:prstGeom>
          <a:noFill/>
          <a:ln w="19050">
            <a:solidFill>
              <a:srgbClr val="5C6B8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709160" y="1645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COVERS_TOPIC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554480" y="2331720"/>
            <a:ext cx="1463040" cy="777240"/>
          </a:xfrm>
          <a:prstGeom prst="line">
            <a:avLst/>
          </a:prstGeom>
          <a:noFill/>
          <a:ln w="19050">
            <a:solidFill>
              <a:srgbClr val="5C6B8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41732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AUDITED_BY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attribute: Filing.content_embedding (384-dim, cosine) — TigerGraph native vector search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0" y="1737360"/>
            <a:ext cx="3840480" cy="429768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1920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satisfies “meaningful graph use”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46720" y="2743200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258775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retrieval: native vector search AND relationship traversal, not one or the other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3657600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350215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→ Company traversal answers aggregation questions exactly — no similarity search can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4572000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441655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TigerGraph Savanna serves as both graph and vector database, per Round 3's requirement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efficiency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3093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737360"/>
            <a:ext cx="44348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182880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178040" y="26060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total tokens than Basic RAG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3337560"/>
          <a:ext cx="4434840" cy="2377440"/>
        </p:xfrm>
        <a:graphic>
          <a:graphicData uri="http://schemas.openxmlformats.org/drawingml/2006/table">
            <a:tbl>
              <a:tblPr/>
              <a:tblGrid>
                <a:gridCol w="1874520"/>
                <a:gridCol w="1280160"/>
                <a:gridCol w="12801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RAG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context tokens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 (50 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$0.01615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$0.01368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quality and accuracy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840480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BERTScore F1 (rescaled)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GraphRAG: -0.0909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RAG: -0.0887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0" y="3017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semantic similarity to reference answers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0" y="3794760"/>
            <a:ext cx="384048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0" y="3931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read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43434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 leads on strict and graded accuracy. GraphRAG closed the BERTScore gap almost entirely while using meaningfully fewer tokens.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and citation quality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583680" cy="2377440"/>
        </p:xfrm>
        <a:graphic>
          <a:graphicData uri="http://schemas.openxmlformats.org/drawingml/2006/table">
            <a:tbl>
              <a:tblPr/>
              <a:tblGrid>
                <a:gridCol w="3474720"/>
                <a:gridCol w="1554480"/>
                <a:gridCol w="15544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rate (completeness)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support rate (correctness)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evidence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Citation rate — share of retrieved evidence actually referenced in the answer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514807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Citation support rate — of those citations, how many textually overlap the answer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549554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evidence rate — near-duplicate retrieved items within one question's evidence set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98080" y="173736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77266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this honestly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26680" y="23774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RAG's dense chunk retrieval currently produces more complete and better-supported citations than GraphRAG's structured excerpts. This tracks with its accuracy lead on this slide's prior results — more evidence, more directly grounded answers.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what each fix actually contributed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GraphRAG configurations, tested end-to-end against the same 50 questions: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2377440"/>
        </p:xfrm>
        <a:graphic>
          <a:graphicData uri="http://schemas.openxmlformats.org/drawingml/2006/table">
            <a:tbl>
              <a:tblPr/>
              <a:tblGrid>
                <a:gridCol w="6675120"/>
                <a:gridCol w="1463040"/>
                <a:gridCol w="1463040"/>
                <a:gridCol w="1463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BERTScore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Keyword/topic matching only (no vector search)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Native TigerGraph vector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Embedding fix (financial section markers, not boilerplate)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Auditor exact-traversal for aggregation questions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7548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targeted a distinct failure mode — missing vector search, boilerplate-matched embeddings, and no path to exact aggregation answers — and each moved the numbers. Chunk-level retrieval was also tested as an alternative to filing-level excerpts and did not outperform this configuration (see Challenges).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architecture, a dataset it was never built for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885 arXiv papers, ~2M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SEC filings, ~18.7M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 self-authored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 organizer-provided, tiered A–D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TigerGraph, graph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TigerGraph, graph + native vector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Keyword/topic 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Hybrid: vector search + graph traversal + exact auditor traversal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reduction vs Basic 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measured?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formally tracked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BERTScore, strict/graded judging, citation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efficiency edge shrank on a dataset nine times larger and structurally different — a more honest, harder-won result than a number that held steady would have been.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Challenges, limitations, and what this taught 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Chunk-level retrieval (matching Basic RAG's granularity) was tested but did not outperform filing-level excerpts + auditor traversal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6207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TigerGraph REST++ upserts one-at-a-time do not scale to tens of thousands of chunks — batching was required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977640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2219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LLM-based reranking, filtering, or compression step exists yet in either retrieval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4937760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823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dev/held-out test split; 3x reproducibility runs are built (evaluation/reproducibility.py) but not yet executed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600200"/>
            <a:ext cx="0" cy="448056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55080" y="2057400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90195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granularity matters more than context window size — widening excerpts didn't fix precision, it just spent more tokens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3017520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86207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graph's clearest win is exact aggregation — questions no similarity search, chunked or not, can answer from a top-k subset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3977640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82219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round-trips, not embedding compute, were the real ingestion bottleneck at scale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4937760"/>
            <a:ext cx="91440" cy="9144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7823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tokens and accuracy together (not sequentially) prevented reporting a stale, misleading efficiency number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efficiency gain.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accuracy gap.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41605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generalized to a dataset it was never built for — imperfectly, measurably, and transparently.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7315200" cy="1737360"/>
        </p:xfrm>
        <a:graphic>
          <a:graphicData uri="http://schemas.openxmlformats.org/drawingml/2006/table">
            <a:tbl>
              <a:tblPr/>
              <a:tblGrid>
                <a:gridCol w="2377440"/>
                <a:gridCol w="2468880"/>
                <a:gridCol w="246888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RAG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tokens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151,167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128,919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pass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BERTScore 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-0.0887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412480" y="4846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412480" y="5349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Lakshmi Polavarapu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2026-07-24T19:31:47Z</dcterms:created>
  <dcterms:modified xsi:type="dcterms:W3CDTF">2026-07-24T19:31:47Z</dcterms:modified>
</cp:coreProperties>
</file>